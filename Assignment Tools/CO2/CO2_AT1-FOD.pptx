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307" r:id="rId3"/>
    <p:sldId id="291" r:id="rId4"/>
    <p:sldId id="283" r:id="rId5"/>
    <p:sldId id="302" r:id="rId6"/>
    <p:sldId id="310" r:id="rId7"/>
    <p:sldId id="311" r:id="rId8"/>
    <p:sldId id="312" r:id="rId9"/>
    <p:sldId id="313" r:id="rId10"/>
    <p:sldId id="314" r:id="rId11"/>
    <p:sldId id="315" r:id="rId12"/>
    <p:sldId id="2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B1150-704C-40A5-A33D-FCA084ECAA01}" v="9" dt="2026-06-05T03:58:59.03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 autoAdjust="0"/>
    <p:restoredTop sz="94689"/>
  </p:normalViewPr>
  <p:slideViewPr>
    <p:cSldViewPr snapToGrid="0">
      <p:cViewPr varScale="1">
        <p:scale>
          <a:sx n="78" d="100"/>
          <a:sy n="78" d="100"/>
        </p:scale>
        <p:origin x="80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hnavi Reddy" userId="71d8719d3e70bd22" providerId="LiveId" clId="{CA2B9327-E066-484A-AB44-AF0C0A210F06}"/>
    <pc:docChg chg="undo custSel addSld modSld">
      <pc:chgData name="Jahnavi Reddy" userId="71d8719d3e70bd22" providerId="LiveId" clId="{CA2B9327-E066-484A-AB44-AF0C0A210F06}" dt="2026-06-05T04:00:18.314" v="87" actId="20577"/>
      <pc:docMkLst>
        <pc:docMk/>
      </pc:docMkLst>
      <pc:sldChg chg="modSp mod">
        <pc:chgData name="Jahnavi Reddy" userId="71d8719d3e70bd22" providerId="LiveId" clId="{CA2B9327-E066-484A-AB44-AF0C0A210F06}" dt="2026-06-05T04:00:18.314" v="87" actId="20577"/>
        <pc:sldMkLst>
          <pc:docMk/>
          <pc:sldMk cId="0" sldId="259"/>
        </pc:sldMkLst>
        <pc:spChg chg="mod">
          <ac:chgData name="Jahnavi Reddy" userId="71d8719d3e70bd22" providerId="LiveId" clId="{CA2B9327-E066-484A-AB44-AF0C0A210F06}" dt="2026-06-05T04:00:18.314" v="87" actId="20577"/>
          <ac:spMkLst>
            <pc:docMk/>
            <pc:sldMk cId="0" sldId="259"/>
            <ac:spMk id="9" creationId="{C72D1E7D-30CD-1AD9-B818-0D96B874CCA3}"/>
          </ac:spMkLst>
        </pc:spChg>
      </pc:sldChg>
      <pc:sldChg chg="addSp delSp modSp mod">
        <pc:chgData name="Jahnavi Reddy" userId="71d8719d3e70bd22" providerId="LiveId" clId="{CA2B9327-E066-484A-AB44-AF0C0A210F06}" dt="2026-06-05T03:50:20.763" v="10" actId="14100"/>
        <pc:sldMkLst>
          <pc:docMk/>
          <pc:sldMk cId="1985142040" sldId="310"/>
        </pc:sldMkLst>
        <pc:spChg chg="mod">
          <ac:chgData name="Jahnavi Reddy" userId="71d8719d3e70bd22" providerId="LiveId" clId="{CA2B9327-E066-484A-AB44-AF0C0A210F06}" dt="2026-06-05T03:50:09.043" v="5" actId="14100"/>
          <ac:spMkLst>
            <pc:docMk/>
            <pc:sldMk cId="1985142040" sldId="310"/>
            <ac:spMk id="5" creationId="{2E855FFB-25D7-D237-13FE-424E6DA8BA49}"/>
          </ac:spMkLst>
        </pc:spChg>
        <pc:spChg chg="add del">
          <ac:chgData name="Jahnavi Reddy" userId="71d8719d3e70bd22" providerId="LiveId" clId="{CA2B9327-E066-484A-AB44-AF0C0A210F06}" dt="2026-06-05T03:49:48.324" v="1" actId="22"/>
          <ac:spMkLst>
            <pc:docMk/>
            <pc:sldMk cId="1985142040" sldId="310"/>
            <ac:spMk id="9" creationId="{4010CA98-33EA-ACBB-DA43-E91A63191117}"/>
          </ac:spMkLst>
        </pc:spChg>
        <pc:picChg chg="add mod">
          <ac:chgData name="Jahnavi Reddy" userId="71d8719d3e70bd22" providerId="LiveId" clId="{CA2B9327-E066-484A-AB44-AF0C0A210F06}" dt="2026-06-05T03:50:20.763" v="10" actId="14100"/>
          <ac:picMkLst>
            <pc:docMk/>
            <pc:sldMk cId="1985142040" sldId="310"/>
            <ac:picMk id="11" creationId="{71E955C9-7725-AD1A-7D8B-27F6B91C35A4}"/>
          </ac:picMkLst>
        </pc:picChg>
      </pc:sldChg>
      <pc:sldChg chg="addSp modSp new mod">
        <pc:chgData name="Jahnavi Reddy" userId="71d8719d3e70bd22" providerId="LiveId" clId="{CA2B9327-E066-484A-AB44-AF0C0A210F06}" dt="2026-06-05T03:51:50.892" v="29" actId="1076"/>
        <pc:sldMkLst>
          <pc:docMk/>
          <pc:sldMk cId="3636371893" sldId="311"/>
        </pc:sldMkLst>
        <pc:spChg chg="add mod">
          <ac:chgData name="Jahnavi Reddy" userId="71d8719d3e70bd22" providerId="LiveId" clId="{CA2B9327-E066-484A-AB44-AF0C0A210F06}" dt="2026-06-05T03:51:24.421" v="19" actId="1076"/>
          <ac:spMkLst>
            <pc:docMk/>
            <pc:sldMk cId="3636371893" sldId="311"/>
            <ac:spMk id="3" creationId="{8DF32FC3-857B-F07B-4F1B-47C54D3D9076}"/>
          </ac:spMkLst>
        </pc:spChg>
        <pc:spChg chg="add mod">
          <ac:chgData name="Jahnavi Reddy" userId="71d8719d3e70bd22" providerId="LiveId" clId="{CA2B9327-E066-484A-AB44-AF0C0A210F06}" dt="2026-06-05T03:51:50.892" v="29" actId="1076"/>
          <ac:spMkLst>
            <pc:docMk/>
            <pc:sldMk cId="3636371893" sldId="311"/>
            <ac:spMk id="5" creationId="{18EE8CEE-9082-82EE-9AD3-5AC028920B28}"/>
          </ac:spMkLst>
        </pc:spChg>
      </pc:sldChg>
      <pc:sldChg chg="addSp delSp modSp new mod">
        <pc:chgData name="Jahnavi Reddy" userId="71d8719d3e70bd22" providerId="LiveId" clId="{CA2B9327-E066-484A-AB44-AF0C0A210F06}" dt="2026-06-05T04:00:06.518" v="85" actId="1076"/>
        <pc:sldMkLst>
          <pc:docMk/>
          <pc:sldMk cId="278111903" sldId="312"/>
        </pc:sldMkLst>
        <pc:spChg chg="add">
          <ac:chgData name="Jahnavi Reddy" userId="71d8719d3e70bd22" providerId="LiveId" clId="{CA2B9327-E066-484A-AB44-AF0C0A210F06}" dt="2026-06-05T03:56:48.142" v="31"/>
          <ac:spMkLst>
            <pc:docMk/>
            <pc:sldMk cId="278111903" sldId="312"/>
            <ac:spMk id="2" creationId="{7E99EA77-A124-D8AA-C455-A0C84E4BF7B0}"/>
          </ac:spMkLst>
        </pc:spChg>
        <pc:spChg chg="add">
          <ac:chgData name="Jahnavi Reddy" userId="71d8719d3e70bd22" providerId="LiveId" clId="{CA2B9327-E066-484A-AB44-AF0C0A210F06}" dt="2026-06-05T03:58:32.232" v="35"/>
          <ac:spMkLst>
            <pc:docMk/>
            <pc:sldMk cId="278111903" sldId="312"/>
            <ac:spMk id="5" creationId="{CC77EBBF-B0DB-0B01-A87D-0A0EB19BFD8E}"/>
          </ac:spMkLst>
        </pc:spChg>
        <pc:spChg chg="add">
          <ac:chgData name="Jahnavi Reddy" userId="71d8719d3e70bd22" providerId="LiveId" clId="{CA2B9327-E066-484A-AB44-AF0C0A210F06}" dt="2026-06-05T03:58:43.714" v="38"/>
          <ac:spMkLst>
            <pc:docMk/>
            <pc:sldMk cId="278111903" sldId="312"/>
            <ac:spMk id="8" creationId="{6AFA87A5-0B3A-880A-63C8-1B7D042C8F57}"/>
          </ac:spMkLst>
        </pc:spChg>
        <pc:spChg chg="add">
          <ac:chgData name="Jahnavi Reddy" userId="71d8719d3e70bd22" providerId="LiveId" clId="{CA2B9327-E066-484A-AB44-AF0C0A210F06}" dt="2026-06-05T03:58:56.542" v="41"/>
          <ac:spMkLst>
            <pc:docMk/>
            <pc:sldMk cId="278111903" sldId="312"/>
            <ac:spMk id="11" creationId="{88D85877-F8E2-E1B2-058F-219B5E6773CA}"/>
          </ac:spMkLst>
        </pc:spChg>
        <pc:spChg chg="add mod">
          <ac:chgData name="Jahnavi Reddy" userId="71d8719d3e70bd22" providerId="LiveId" clId="{CA2B9327-E066-484A-AB44-AF0C0A210F06}" dt="2026-06-05T04:00:06.518" v="85" actId="1076"/>
          <ac:spMkLst>
            <pc:docMk/>
            <pc:sldMk cId="278111903" sldId="312"/>
            <ac:spMk id="15" creationId="{418D428A-36D4-2A11-3761-CAFD28B35556}"/>
          </ac:spMkLst>
        </pc:spChg>
        <pc:picChg chg="add del mod">
          <ac:chgData name="Jahnavi Reddy" userId="71d8719d3e70bd22" providerId="LiveId" clId="{CA2B9327-E066-484A-AB44-AF0C0A210F06}" dt="2026-06-05T03:58:31.200" v="34" actId="478"/>
          <ac:picMkLst>
            <pc:docMk/>
            <pc:sldMk cId="278111903" sldId="312"/>
            <ac:picMk id="4" creationId="{FFF89B0C-0B50-9A31-4AAC-2AA4D82B9916}"/>
          </ac:picMkLst>
        </pc:picChg>
        <pc:picChg chg="add del">
          <ac:chgData name="Jahnavi Reddy" userId="71d8719d3e70bd22" providerId="LiveId" clId="{CA2B9327-E066-484A-AB44-AF0C0A210F06}" dt="2026-06-05T03:58:37.207" v="37" actId="478"/>
          <ac:picMkLst>
            <pc:docMk/>
            <pc:sldMk cId="278111903" sldId="312"/>
            <ac:picMk id="7" creationId="{1A0C54AF-0C27-42FB-6CF3-D12F8F4697A6}"/>
          </ac:picMkLst>
        </pc:picChg>
        <pc:picChg chg="add del">
          <ac:chgData name="Jahnavi Reddy" userId="71d8719d3e70bd22" providerId="LiveId" clId="{CA2B9327-E066-484A-AB44-AF0C0A210F06}" dt="2026-06-05T03:58:47.971" v="40" actId="478"/>
          <ac:picMkLst>
            <pc:docMk/>
            <pc:sldMk cId="278111903" sldId="312"/>
            <ac:picMk id="10" creationId="{16340235-ACC6-050C-09C3-0AF69B1384EE}"/>
          </ac:picMkLst>
        </pc:picChg>
        <pc:picChg chg="add mod">
          <ac:chgData name="Jahnavi Reddy" userId="71d8719d3e70bd22" providerId="LiveId" clId="{CA2B9327-E066-484A-AB44-AF0C0A210F06}" dt="2026-06-05T03:59:17.013" v="47" actId="14100"/>
          <ac:picMkLst>
            <pc:docMk/>
            <pc:sldMk cId="278111903" sldId="312"/>
            <ac:picMk id="13" creationId="{48164850-0A9A-E868-860B-33275AE1EA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2500" y="4933351"/>
            <a:ext cx="3619500" cy="83356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Sk. Nuha-192472242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14294" y="1929902"/>
            <a:ext cx="11367174" cy="1138132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Fundamental Python Libraries for Data Scientists</a:t>
            </a:r>
          </a:p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•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•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-learn • Pandas •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• IDEs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Dr. </a:t>
            </a:r>
            <a:r>
              <a:rPr lang="en-US" sz="24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Krishnaraj</a:t>
            </a:r>
            <a:r>
              <a:rPr lang="en-US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Mony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59447" y="3600355"/>
            <a:ext cx="70450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DSA0404– Fundamentals of Data Science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:07/8/2026                     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Introduction to Python in Data Science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1" y="1749983"/>
            <a:ext cx="767222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Python: The Foundation of Data Science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Python is one of the most popular programming languages for Data Science.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offers a simple syntax, making it easy to learn and implement.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Python provides powerful libraries for data analysis, visualization, and machine learning.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supports handling large datasets efficiently with optimized performance.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Python is open-source, cross-platform, and supported by a large developer community.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Industries such as healthcare, finance, education, and e-commerce extensively use Python for data-driven decision-making.</a:t>
            </a:r>
          </a:p>
        </p:txBody>
      </p:sp>
      <p:pic>
        <p:nvPicPr>
          <p:cNvPr id="2050" name="Picture 2" descr="C:\Users\Abhay\Downloads\pi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10" y="2081024"/>
            <a:ext cx="3765055" cy="374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– Numerical Computing Library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959" y="1843127"/>
            <a:ext cx="7422306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(Numerical Python)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the fundamental library for numerical and scientific computing in Python.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introduces the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ndarray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 fast and memory-efficient multidimensional array.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Supports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vectorized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operations that are significantly faster than traditional Python lists.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Provides built-in mathematical, statistical, and linear algebra functions.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Includes random number generation and matrix manipulation capabilities.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Forms the foundation for many other Data Science libraries such as Pandas,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-learn.</a:t>
            </a:r>
          </a:p>
        </p:txBody>
      </p:sp>
      <p:pic>
        <p:nvPicPr>
          <p:cNvPr id="3075" name="Picture 3" descr="C:\Users\Abhay\Downloads\1_uT9tty9fu1tJf8_p_JPdtw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52" y="2242820"/>
            <a:ext cx="405130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– Scientific Computing Library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92" y="2051963"/>
            <a:ext cx="6875113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(Scientific Python)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extends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by providing advanced scientific and mathematical functions.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includes modules for optimization, integration, interpolation, and statistics.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Supports signal processing and image processing applications.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Offers powerful linear algebra and matrix decomposition techniques.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Widely used in engineering, research, physics, and scientific simulations.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Enables efficient implementation of complex mathematical models with minimal code.</a:t>
            </a:r>
          </a:p>
        </p:txBody>
      </p:sp>
      <p:sp>
        <p:nvSpPr>
          <p:cNvPr id="3" name="AutoShape 4" descr="scipy · PyP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547" y="2092444"/>
            <a:ext cx="3910012" cy="391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Pandas – Data Analysis Library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DA07-98ED-BB62-705A-0E80F7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951" y="1991522"/>
            <a:ext cx="808560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Pandas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Pandas is a powerful library designed for data manipulation and analysis.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introduces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Series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(1D) and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(2D) data structures.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Supports importing and exporting data from CSV, Excel, SQL, and JSON files.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Provides efficient data cleaning, filtering, sorting, and aggregation functions.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Handles missing values and duplicate records effectively.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Commonly used for exploratory data analysis before building machine learning models. </a:t>
            </a:r>
          </a:p>
        </p:txBody>
      </p:sp>
      <p:pic>
        <p:nvPicPr>
          <p:cNvPr id="5124" name="Picture 4" descr="pandas · GitHu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5" y="2547116"/>
            <a:ext cx="3082925" cy="308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361709" y="1728759"/>
            <a:ext cx="7613891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300" b="1" dirty="0" err="1">
                <a:latin typeface="Times New Roman" pitchFamily="18" charset="0"/>
                <a:cs typeface="Times New Roman" pitchFamily="18" charset="0"/>
              </a:rPr>
              <a:t>Matplotlib</a:t>
            </a:r>
            <a:endParaRPr lang="en-US" sz="23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is a comprehensive library for creating static and interactive visualizations.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Supports various chart types including line, bar, pie, scatter, histogram, and box plots.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Helps identify trends, relationships, and patterns within datasets.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Offers extensive customization options for colors, labels, titles, and legends.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Integrates seamlessly with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and Pandas for plotting data.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Widely used in research, business reporting, and dashboard development.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614363" y="388129"/>
            <a:ext cx="11244262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– Data Visualization Library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Matplotlib - Python Library - Studyo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2565400"/>
            <a:ext cx="428625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4832109" y="1728759"/>
            <a:ext cx="719637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-learn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-learn is a widely used Python library for machine learning applications.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Provides algorithms for classification, regression, clustering, and dimensionality reduction.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Includes tools for data preprocessing, feature selection, and model evaluation.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Supports supervised and unsupervised learning techniques.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Built on top of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for efficient performance.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in predictive analytics, recommendation systems, fraud detection, and AI applications.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85771" y="430989"/>
            <a:ext cx="1124426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-learn – Machine Learning Library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scikit-learn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33" y="2526141"/>
            <a:ext cx="4608076" cy="248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36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361709" y="1482279"/>
            <a:ext cx="721038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Integrated Development Environments (IDEs)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IDEs provide a complete environment for writing, executing, and debugging Python programs.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Notebook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ideal for interactive coding and data visualization.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PyCharm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offers advanced debugging, code completion, and project management features.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Visual Studio Code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provides lightweight development with powerful extensions.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Spyder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designed specifically for scientific computing and data analysis.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enables cloud-based programming with free GPU and collaborative features.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614363" y="388129"/>
            <a:ext cx="11244262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Python IDEs for Data Science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8" name="Picture 6" descr="Python ID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094" y="1868775"/>
            <a:ext cx="4010306" cy="401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81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614363" y="388129"/>
            <a:ext cx="11244262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Comparison of Fundamental Python Libraries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39878"/>
              </p:ext>
            </p:extLst>
          </p:nvPr>
        </p:nvGraphicFramePr>
        <p:xfrm>
          <a:off x="728662" y="1443039"/>
          <a:ext cx="10915650" cy="501491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3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416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41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Arrays, Matrix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41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Statistics,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41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&amp;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416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Graphs and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416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&amp;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416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Coding, Debugging &amp;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08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4882909" y="1728759"/>
            <a:ext cx="686640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Applications and Benefits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Used in healthcare for disease prediction and medical data analysis.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Applied in finance for stock market forecasting and risk analysis.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Enables customer behavior analysis in e-commerce and business intelligence.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Supports research through statistical analysis and scientific simulations.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Reduces development time with reusable libraries and efficient algorithms.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Improves productivity by integrating data processing, visualization, and machine learning into one ecosystem.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614363" y="388129"/>
            <a:ext cx="11244262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Applications and Advantages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Cartoon Data Scientist Working On Laptop Computer Isolated, Computer  Clipart, Laptop Clipart, Data Clipart PNG Transparent Image and Clipart for  Free Downlo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Cartoon Data Scientist Working On Laptop Computer Isolated, Computer  Clipart, Laptop Clipart, Data Clipart PNG Transparent Image and Clipart for  Free Downloa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Cartoon Data Scientist Working On Laptop Computer Isolated, Computer  Clipart, Laptop Clipart, Data Clipart PNG Transparent Image and Clipart for  Free Download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5" name="Picture 9" descr="Data scientist - Free professions and jobs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" y="1345496"/>
            <a:ext cx="4876800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366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27,900+ Key Cartoon Stock Illustrations, Royalty-Free Vector Graphics &amp;  Clip Art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759128"/>
            <a:ext cx="58293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361709" y="1728759"/>
            <a:ext cx="686640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Python has become the preferred programming language for modern Data Science.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provides efficient numerical computation and array processing capabilities.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offers advanced scientific and mathematical functions for research and engineering.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Pandas simplifies data cleaning, transformation, and exploratory analysis.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-learn enable effective visualization and intelligent predictive modeling.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Together with modern IDEs, these libraries form a complete ecosystem for building robust, scalable, and data-driven applications.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614363" y="759128"/>
            <a:ext cx="11244262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182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836</Words>
  <Application>Microsoft Office PowerPoint</Application>
  <PresentationFormat>Widescreen</PresentationFormat>
  <Paragraphs>107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nuha shaik</cp:lastModifiedBy>
  <cp:revision>20</cp:revision>
  <dcterms:created xsi:type="dcterms:W3CDTF">2026-05-12T03:48:28Z</dcterms:created>
  <dcterms:modified xsi:type="dcterms:W3CDTF">2026-08-17T04:41:51Z</dcterms:modified>
</cp:coreProperties>
</file>